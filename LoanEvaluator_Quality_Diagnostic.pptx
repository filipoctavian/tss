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34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3000" b="1">
                <a:solidFill>
                  <a:srgbClr val="FFFFFF"/>
                </a:solidFill>
              </a:rPr>
              <a:t>LoanEvaluator - diagnostic de calitate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600" b="0">
                <a:solidFill>
                  <a:srgbClr val="E6EBF2"/>
                </a:solidFill>
              </a:rPr>
              <a:t>Testare unitara, frontiere, basis path si mutation testing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23456"/>
                </a:solidFill>
              </a:rPr>
              <a:t>1. Obiective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lIns="50800" rIns="50800">
            <a:spAutoFit/>
          </a:bodyPr>
          <a:lstStyle/>
          <a:p>
            <a:pPr>
              <a:defRPr sz="2000">
                <a:solidFill>
                  <a:srgbClr val="232323"/>
                </a:solidFill>
              </a:defRPr>
            </a:pPr>
            <a:r>
              <a:t>Aplicarea tehnicilor cerute la disciplina Testarea Sistemelor Software.</a:t>
            </a:r>
          </a:p>
          <a:p>
            <a:pPr>
              <a:defRPr sz="2000">
                <a:solidFill>
                  <a:srgbClr val="232323"/>
                </a:solidFill>
              </a:defRPr>
            </a:pPr>
            <a:r>
              <a:t>Construirea unei suite de teste formale pentru clasa LoanEvaluator.</a:t>
            </a:r>
          </a:p>
          <a:p>
            <a:pPr>
              <a:defRPr sz="2000">
                <a:solidFill>
                  <a:srgbClr val="232323"/>
                </a:solidFill>
              </a:defRPr>
            </a:pPr>
            <a:r>
              <a:t>Compararea unei suite proiectate manual cu o suita generata automat de Claude.</a:t>
            </a:r>
          </a:p>
          <a:p>
            <a:pPr>
              <a:defRPr sz="2000">
                <a:solidFill>
                  <a:srgbClr val="232323"/>
                </a:solidFill>
              </a:defRPr>
            </a:pPr>
            <a:r>
              <a:t>Justificarea utilizarii mutmut fata de un generator didactic de mutanti.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A5A"/>
                </a:solidFill>
              </a:rPr>
              <a:t>README.md si rapoartele asociate au fost aliniate la aceasta versiune.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23456"/>
                </a:solidFill>
              </a:rPr>
              <a:t>2. Componenta testata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lIns="50800" rIns="50800">
            <a:spAutoFit/>
          </a:bodyPr>
          <a:lstStyle/>
          <a:p>
            <a:pPr>
              <a:defRPr sz="2000">
                <a:solidFill>
                  <a:srgbClr val="232323"/>
                </a:solidFill>
              </a:defRPr>
            </a:pPr>
            <a:r>
              <a:t>validate_loan_amount: valideaza intervalul [1000, 50000] si intoarce small, medium sau large.</a:t>
            </a:r>
          </a:p>
          <a:p>
            <a:pPr>
              <a:defRPr sz="2000">
                <a:solidFill>
                  <a:srgbClr val="232323"/>
                </a:solidFill>
              </a:defRPr>
            </a:pPr>
            <a:r>
              <a:t>calculate_interest_rate: aplica reguli de dobanda in functie de suma, perioada si contul de salariu.</a:t>
            </a:r>
          </a:p>
          <a:p>
            <a:pPr>
              <a:defRPr sz="2000">
                <a:solidFill>
                  <a:srgbClr val="232323"/>
                </a:solidFill>
              </a:defRPr>
            </a:pPr>
            <a:r>
              <a:t>evaluate_application: decide approved, manual_review sau rejected.</a:t>
            </a:r>
          </a:p>
          <a:p>
            <a:pPr>
              <a:defRPr sz="2000">
                <a:solidFill>
                  <a:srgbClr val="232323"/>
                </a:solidFill>
              </a:defRPr>
            </a:pPr>
            <a:r>
              <a:t>Diagrama pentru evaluate_application este folosita pentru cursul 2 si traseele independente.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A5A"/>
                </a:solidFill>
              </a:rPr>
              <a:t>Numar total de teste in proiect: 53.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23456"/>
                </a:solidFill>
              </a:rPr>
              <a:t>3. Tehnici de testare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lIns="50800" rIns="50800">
            <a:spAutoFit/>
          </a:bodyPr>
          <a:lstStyle/>
          <a:p>
            <a:pPr>
              <a:defRPr sz="2000">
                <a:solidFill>
                  <a:srgbClr val="232323"/>
                </a:solidFill>
              </a:defRPr>
            </a:pPr>
            <a:r>
              <a:t>Clase de echivalenta: valori sub minim, intervale valide si valori peste maxim.</a:t>
            </a:r>
          </a:p>
          <a:p>
            <a:pPr>
              <a:defRPr sz="2000">
                <a:solidFill>
                  <a:srgbClr val="232323"/>
                </a:solidFill>
              </a:defRPr>
            </a:pPr>
            <a:r>
              <a:t>Frontiere: 999/1000/1001, 5000/5001, 20000/20001, 49999/50000/50001.</a:t>
            </a:r>
          </a:p>
          <a:p>
            <a:pPr>
              <a:defRPr sz="2000">
                <a:solidFill>
                  <a:srgbClr val="232323"/>
                </a:solidFill>
              </a:defRPr>
            </a:pPr>
            <a:r>
              <a:t>Acoperire la nivel de instructiune, decizie si conditie.</a:t>
            </a:r>
          </a:p>
          <a:p>
            <a:pPr>
              <a:defRPr sz="2000">
                <a:solidFill>
                  <a:srgbClr val="232323"/>
                </a:solidFill>
              </a:defRPr>
            </a:pPr>
            <a:r>
              <a:t>Basis path pentru evaluate_application, cu noduri numerotate in graf.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23456"/>
                </a:solidFill>
              </a:rPr>
              <a:t>4. Graful de control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lIns="50800" rIns="50800">
            <a:spAutoFit/>
          </a:bodyPr>
          <a:lstStyle/>
          <a:p>
            <a:pPr>
              <a:defRPr sz="2000">
                <a:solidFill>
                  <a:srgbClr val="232323"/>
                </a:solidFill>
              </a:defRPr>
            </a:pPr>
            <a:r>
              <a:t>1. validarea valorilor negative</a:t>
            </a:r>
          </a:p>
          <a:p>
            <a:pPr>
              <a:defRPr sz="2000">
                <a:solidFill>
                  <a:srgbClr val="232323"/>
                </a:solidFill>
              </a:defRPr>
            </a:pPr>
            <a:r>
              <a:t>2. calculul raportului de indatorare</a:t>
            </a:r>
          </a:p>
          <a:p>
            <a:pPr>
              <a:defRPr sz="2000">
                <a:solidFill>
                  <a:srgbClr val="232323"/>
                </a:solidFill>
              </a:defRPr>
            </a:pPr>
            <a:r>
              <a:t>3. pragul credit_score &lt; 550</a:t>
            </a:r>
          </a:p>
          <a:p>
            <a:pPr>
              <a:defRPr sz="2000">
                <a:solidFill>
                  <a:srgbClr val="232323"/>
                </a:solidFill>
              </a:defRPr>
            </a:pPr>
            <a:r>
              <a:t>4. ramura de venit mare</a:t>
            </a:r>
          </a:p>
          <a:p>
            <a:pPr>
              <a:defRPr sz="2000">
                <a:solidFill>
                  <a:srgbClr val="232323"/>
                </a:solidFill>
              </a:defRPr>
            </a:pPr>
            <a:r>
              <a:t>5. aprobarea finala prin scor sau codebitor</a:t>
            </a:r>
          </a:p>
          <a:p>
            <a:pPr>
              <a:defRPr sz="2000">
                <a:solidFill>
                  <a:srgbClr val="232323"/>
                </a:solidFill>
              </a:defRPr>
            </a:pPr>
            <a:r>
              <a:t>6. ramura de venit mediu</a:t>
            </a:r>
          </a:p>
          <a:p>
            <a:pPr>
              <a:defRPr sz="2000">
                <a:solidFill>
                  <a:srgbClr val="232323"/>
                </a:solidFill>
              </a:defRPr>
            </a:pPr>
            <a:r>
              <a:t>7. respingerea implicita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A5A"/>
                </a:solidFill>
              </a:rPr>
              <a:t>Diagrama SVG din diagrams/flowchart_evaluate_application.svg a fost numerotata pentru cursul 2.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23456"/>
                </a:solidFill>
              </a:rPr>
              <a:t>5. Mutation testing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lIns="50800" rIns="50800">
            <a:spAutoFit/>
          </a:bodyPr>
          <a:lstStyle/>
          <a:p>
            <a:pPr>
              <a:defRPr sz="2000">
                <a:solidFill>
                  <a:srgbClr val="232323"/>
                </a:solidFill>
              </a:defRPr>
            </a:pPr>
            <a:r>
              <a:t>mutmut este preferat fiindca genereaza mutanti direct din codul real.</a:t>
            </a:r>
          </a:p>
          <a:p>
            <a:pPr>
              <a:defRPr sz="2000">
                <a:solidFill>
                  <a:srgbClr val="232323"/>
                </a:solidFill>
              </a:defRPr>
            </a:pPr>
            <a:r>
              <a:t>Instrumentul este mai robust si mai repetabil decat un generator manual de mutanti.</a:t>
            </a:r>
          </a:p>
          <a:p>
            <a:pPr>
              <a:defRPr sz="2000">
                <a:solidFill>
                  <a:srgbClr val="232323"/>
                </a:solidFill>
              </a:defRPr>
            </a:pPr>
            <a:r>
              <a:t>mutation_runner.py ramane util doar ca suport didactic si comparativ.</a:t>
            </a:r>
          </a:p>
          <a:p>
            <a:pPr>
              <a:defRPr sz="2000">
                <a:solidFill>
                  <a:srgbClr val="232323"/>
                </a:solidFill>
              </a:defRPr>
            </a:pPr>
            <a:r>
              <a:t>Pentru mutmut este recomandat un mediu virtual local.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23456"/>
                </a:solidFill>
              </a:rPr>
              <a:t>6. Structura testelor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lIns="50800" rIns="50800">
            <a:spAutoFit/>
          </a:bodyPr>
          <a:lstStyle/>
          <a:p>
            <a:pPr>
              <a:defRPr sz="2000">
                <a:solidFill>
                  <a:srgbClr val="232323"/>
                </a:solidFill>
              </a:defRPr>
            </a:pPr>
            <a:r>
              <a:t>tests/test_loan_evaluator_core.py: 15 teste de baza.</a:t>
            </a:r>
          </a:p>
          <a:p>
            <a:pPr>
              <a:defRPr sz="2000">
                <a:solidFill>
                  <a:srgbClr val="232323"/>
                </a:solidFill>
              </a:defRPr>
            </a:pPr>
            <a:r>
              <a:t>tests/test_loan_evaluator_additional.py: 2 teste suplimentare.</a:t>
            </a:r>
          </a:p>
          <a:p>
            <a:pPr>
              <a:defRPr sz="2000">
                <a:solidFill>
                  <a:srgbClr val="232323"/>
                </a:solidFill>
              </a:defRPr>
            </a:pPr>
            <a:r>
              <a:t>tests/test_loan_evaluator_ai_generated.py: 16 teste generate de Claude.</a:t>
            </a:r>
          </a:p>
          <a:p>
            <a:pPr>
              <a:defRPr sz="2000">
                <a:solidFill>
                  <a:srgbClr val="232323"/>
                </a:solidFill>
              </a:defRPr>
            </a:pPr>
            <a:r>
              <a:t>tests/test_loan_evaluator_mutmut.py: 20 teste derivate din analiza mutmut.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A5A"/>
                </a:solidFill>
              </a:rPr>
              <a:t>Total verificat prin unittest: 53 teste, toate OK.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23456"/>
                </a:solidFill>
              </a:rPr>
              <a:t>7. Rezultate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lIns="50800" rIns="50800">
            <a:spAutoFit/>
          </a:bodyPr>
          <a:lstStyle/>
          <a:p>
            <a:pPr>
              <a:defRPr sz="2000">
                <a:solidFill>
                  <a:srgbClr val="232323"/>
                </a:solidFill>
              </a:defRPr>
            </a:pPr>
            <a:r>
              <a:t>Suita manuala acopera sistematic frontierele si traseele sensibile.</a:t>
            </a:r>
          </a:p>
          <a:p>
            <a:pPr>
              <a:defRPr sz="2000">
                <a:solidFill>
                  <a:srgbClr val="232323"/>
                </a:solidFill>
              </a:defRPr>
            </a:pPr>
            <a:r>
              <a:t>Claude ofera rapid un schelet util, dar nu inlocuieste proiectarea formala.</a:t>
            </a:r>
          </a:p>
          <a:p>
            <a:pPr>
              <a:defRPr sz="2000">
                <a:solidFill>
                  <a:srgbClr val="232323"/>
                </a:solidFill>
              </a:defRPr>
            </a:pPr>
            <a:r>
              <a:t>Testele suplimentare au inchis golurile identificate de mutanti.</a:t>
            </a:r>
          </a:p>
          <a:p>
            <a:pPr>
              <a:defRPr sz="2000">
                <a:solidFill>
                  <a:srgbClr val="232323"/>
                </a:solidFill>
              </a:defRPr>
            </a:pPr>
            <a:r>
              <a:t>Rezultatul final este o suita stabila si mai puternica la regresii.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23456"/>
                </a:solidFill>
              </a:rPr>
              <a:t>8. Referinte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lIns="50800" rIns="50800">
            <a:spAutoFit/>
          </a:bodyPr>
          <a:lstStyle/>
          <a:p>
            <a:pPr>
              <a:defRPr sz="2000">
                <a:solidFill>
                  <a:srgbClr val="232323"/>
                </a:solidFill>
              </a:defRPr>
            </a:pPr>
            <a:r>
              <a:t>Python Software Foundation - unittest.</a:t>
            </a:r>
          </a:p>
          <a:p>
            <a:pPr>
              <a:defRPr sz="2000">
                <a:solidFill>
                  <a:srgbClr val="232323"/>
                </a:solidFill>
              </a:defRPr>
            </a:pPr>
            <a:r>
              <a:t>A. J. Offutt - Introduction to Software Testing.</a:t>
            </a:r>
          </a:p>
          <a:p>
            <a:pPr>
              <a:defRPr sz="2000">
                <a:solidFill>
                  <a:srgbClr val="232323"/>
                </a:solidFill>
              </a:defRPr>
            </a:pPr>
            <a:r>
              <a:t>ISTQB Foundation Level Syllabus - Test Design Techniques.</a:t>
            </a:r>
          </a:p>
          <a:p>
            <a:pPr>
              <a:defRPr sz="2000">
                <a:solidFill>
                  <a:srgbClr val="232323"/>
                </a:solidFill>
              </a:defRPr>
            </a:pPr>
            <a:r>
              <a:t>mutmut - mutation testing tool.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